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OliveVision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DBDBD"/>
                </a:solidFill>
              </a:defRPr>
            </a:pPr>
            <a:r>
              <a:t>AI搭載 オリーブ樹長期モニタリングシステム</a:t>
            </a:r>
            <a:br/>
            <a:r>
              <a:t>解説スライド (技術詳細版)</a:t>
            </a:r>
            <a:br/>
            <a:br/>
            <a: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1. プロジェクト全体像とファイル構成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2. 最近作業しているファイル一覧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3. src/runtime.py - コア検出エンジン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4. 葉マスク構築: マルチカラースペース融合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5. 実マスク構築: シグナルベース検出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6. ぼけ検出とアダプティブ前処理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7. シワ(褶皴)スコアリング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8. 葉巻き込み(Curl)スコアリング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9. マルチスケール検出とマージ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10. オブジェクト追跡とヘルストレンド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11. config/runtime.yaml - パラメータ仕様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12. olivevision.py - CLI/GUIアーキテクチャ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13. テストと回帰ガード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14. 実行結果の出力仕様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最近作業しているファイル (2026/08/17 更新順)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最終更新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主な役割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src/runtime.py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12:20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検出エンジン本体 (Analyzer, Store, 健康トレンド)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config/runtime.yaml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検出パラメータ (HSV, 面積, シワ閾値等)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tools/check_hough.py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12:27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シグナルエビデンスのデバッグツール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tools/check_cur.py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シワ/巻き込みのデバッグツール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tests/test_runtime.py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11:20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オフラインスモークテスト (7テスト)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olivevision.py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11:24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CLI/GUI (Tkinter, ダークテーマ)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outputs/observations/*.json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12:06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実行結果のJSON出力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data/database/olivevision.db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SQLite時系列データベース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src/runtime.py</a:t>
            </a:r>
            <a:br/>
            <a:r>
              <a:t>コア検出エンジン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src/runtime.py - モジュール構成 (2,200行超)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主要クラス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Analyzer: 画像解析のメインパイプライン (analyzeメソッド)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Store: SQLite時系列データベース (add, recent, export_csv)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VideoAnalyzer: 動画フレーム解析 + マルチターゲット追跡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_CentroidTracker: 重心ベースのマルチオブジェクトトラッカー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主要ヘルパー関数 (検出)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_build_leaf_mask: マルチカラースペース葉マスク構築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_build_fruit_mask: シグナルベース実マスク構築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_filter_contours: 面積・形状・エッジ密度フィルタリング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_watershed_split: 接触blob分離 (Watershed変換)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_hough_circles_fruit: Hough円検出による実候補検出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前処理・補正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_adaptive_preprocess: バイラテラルフィルタ + CLAHE + ガウシアン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_unsharp_mask: アンシャープマスクによるシャープニング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_deblur_adaptive: ローカルシャープネスマップベースの領域別デブラ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_adaptive_canny: Otsu自動閾値によるCannyエッジ検出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src/runtime.py - Analyzer.analyze() パイプライン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処理フロー (analyzeメソッド内)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1. _resize: max_width=1280でアスペクト比保持リサイズ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2. _estimate_blur: Laplacian分散でぼけレベル算出 (0=鮮明, 1=非常にぼけ)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3. _local_sharpness_map: 48x48ブロックごとのシャープネスマップ生成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4. _adaptive_preprocess: バイラテラル + CLAHE + 必要に応じデブラ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5. _deblur_adaptive: 混合フォーカス時のみ領域別強調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6. detect_modeに応じて前景マスク生成 (multi_signal/kmeans/grabcut/adaptive)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7. _build_leaf_mask: HSV + ExG + CGI + LAB + YCrCb 融合マスク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8. _build_fruit_mask: 黄緑 + 紫 + 暗熟 + Hough円マスク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9. _watershed_split: 接触実の分離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10. _filter_contours: 面積/アスペクト比/solidity/circularity/テクスチャ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11. シグナル割り当て: 各実候補のyellow_green/ripe/dark/hough_circle比率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12. アノテーション画像生成 (エッジスナップ付き)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葉マスク構築: _build_leaf_mask (マルチカラースペース融合)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6つのカラースペースから同時検証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HSV: Hue 30-95, Saturation &gt;= 35, Value &gt;= 25 → 緑色帯マスク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Excess Green (ExG): (2G-R-B)/(R+G+B+1) * 128 + 128 → 植生指数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CGI (Chlorophyll Green-Red): arctan2(G-R, G+R) → 葉緑素指標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LAB a-channel: a &lt; 118 → 緑色域 (赤が128より小さい)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YCrCb: Cr &lt; 130 → 緑色低彩度帯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融合ロジック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HSV マスクが必須条件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ExG, CGI, LAB, YCrCb のうち required_signals (1-2個) 以上が一致する必要あり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ぼけレベル &gt;= 0.75 の場合、required_signals を 1 に緩和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最終マスク = HSV ∩ (multi_signal ∨ vegetation_union)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後処理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Morphological close/open (楕円カーネル, ぼけでカーネル縮小)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暗い画素 (V &lt; 15) の抑制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前景マスクとのAND制約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_edge_refine_mask: Cannyエッジへ輪郭をスナップ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コード例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relax = max(0.0, (blur_level - 0.5) * 2.0)  # ぼけ緩和係数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sat_floor = int(max(25, spec['leaf_saturation_min'] - relax * 25))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signals = exg + cgi + lab + ycrcb  # 各画素の一致数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multi_signal = inRange(signals, required_signals, 255)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実マスク構築: _build_fruit_mask (シグナルベース)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3色帯 + Hough円の複合検出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黄色緑帯: HSV Hue 18-45, Sat &gt;= 55, Val &gt;= 65 + LAB b &gt;= 145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熟紫帯: HSV Hue 105-179, Sat &gt;= 60, Val 55-220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暗熟帯: HSV Hue 105-175, Sat &gt;= 85, Val 25-55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Hough円: dp=1.2, minDist=25, param1=80, param2=40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検証フロー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1. 3色帯のOR統合 → 形態学処理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2. 葉マスクの safe_leaf 領域を除外 (葉からの誤検出防止)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3. 前景マスクとのAND制約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4. Hough円マスクとの重複検証: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 - 円と重なるblob → ブースト (circle_fruit)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 - 円と離れたblob → 丸くて滑らかで実サイズなら rescue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 - rescue条件: area 1400-4000, circularity &gt;= 0.65, solidity &gt;= 0.88, std &lt;= 45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自己証明rescueロジック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Hough円に検出されなかった実候補に対して: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connectedComponentsWithStats で個別blobを検証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内部テクスチャ (gray std) が低く、円形度・solidity が高い場合のみ救済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blur_level &gt;= 0.5 の場合、rescueは無効 (ぼけで平滑化が偽阳性を生む)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ぼけ検出とアダプティブ前処理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ぼけレベル算出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_estimate_blur: Laplacian(gray, CV_64F) の分散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blur_level = min(1.0, max(0.0, (180.0 - blur_raw) / 160.0))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blur_raw &gt;= 180 → 0 (鮮明),  blur_raw = 20 → ~1.0 (非常にぼけ)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ローカルシャープネスマップ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_local_sharpness_map: 48x48ブロックごとの Laplacian 分散を [0,1] 正規化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_is_mixed_focus: ブロック間の変動係数 (CV &gt; 1.0 で混合フォーカス判定)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アダプティブ前処理パイプライン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1. バイラテラルフィルタ (d=9, sigmaColor=75, sigmaSpace=75) → エッジ保持ノイズ除去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2. LAB変換 → L チャンネルに CLAHE (clipLimit=2.5, 8x8グリッド)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3. ガウシアンブラー (k=5) → ノイズ平滑化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4. blur_raw &lt; 180 の場合 → _unsharp_mask (sigma=2.5, amount=1.8)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領域別デブラ (_deblur_adaptive)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sharp_map &gt; 0.6 の画素が15%以上 AND sharp_map &lt; 0.3 の画素が30%以上 → 実行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strong = unsharp(sigma=3.0, amount=1.8) / mild = unsharp(sigma=1.2, amount=0.6)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weight = 1.0 - sharp_map (ぼけているほど strong を重視)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GaussianBlur(weight, sigma=4) で滑らかに補間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uniformBlur (全体ぼけ) は _adaptive_preprocess で処理済みなのでスキップ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シワ(褶皴)スコアリング: _compute_wrinkle_score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アルゴリズム概要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シワ = 実表面上の細長い高勾配リッジ (Sobel → 閾値処理 → 形態学)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新鮮な実は滑らか (リッジ密度=0)、脱水したオリーブはリッジネットワークを生成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計算ステップ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1. マスクを erosion で内部領域を抽出 (半径の25%カーネル)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2. Sobel(gx, gy) → cv2.magnitude で勾配マップ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3. Otsu閾値 + max(otsu, mean*1.4, 20.0) でリッジ閾値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4. 4方向カーネル (横/縦/対角2本) で morphological open/close → 細線化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5. density = thin_count / interior_count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6. score = min(1.0, density * 3.0 + max(0, texture - 18.0) / 80.0)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信頼性判定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interior_fraction &lt; 0.30 → スコアをディスカウント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area &lt; 350px → 極端にディスカウント (小さな葉片がシワ誤判定されるのを防止)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unreliable=True のオブジェクトは health verdict で信頼性が下がる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ラベルリング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score &lt; 0.25 → smooth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0.25-0.45 → slightly_wrinkled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0.45-0.70 → wrinkled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&gt;= 0.70 → heavily_wrinkled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葉巻き込み(Curl)スコアリング: _compute_leaf_curl_score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生物学的背景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葉が内側へ巻き込む (巻き込み) は蒸散抑制のストレス応答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平坦な葉は convex hull をよく埋める (solidity ≈ 1)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巻き込んだ葉は細長いプロフィール + 深い凹みを示す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3つの形状ヒントから 0-1 スコアを算出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solidity_gap = 1.0 - solidity (0=凸, 1=非常に凹む) → 重み 0.50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defect_ratio = min(1.0, mean_defect_depth / sqrt(area) * 0.15) → 重み 0.30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elongation = min(1.0, max(0, aspect - 1.5) / 5.0) → 重み 0.20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score = 0.50 * gap + 0.30 * defect_ratio + 0.20 * elongation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ラベルリング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score &lt; 0.10 → flat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0.10-0.25 → slight_curl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0.25-0.50 → curled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&gt;= 0.50 → heavily_curled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出力例 (observation JSON)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"leaf_curl_index": 0.203,  "curled_leaf_pct": 0.0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→ 平均巻き込み=0.203 (slight_curl)、巻き込み葉割合=0.0%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マルチスケール検出とマージ: _merge_multiscale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マルチスケール検出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scales = [0.75, 1.0, 1.3] (runtime.yaml で設定可能)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各スケールで leaf_mask をリサイズ → 輪郭抽出 → 面積を逆スケール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→ 小さい葉 (0.75x) 〜 大きい葉 (1.3x) を網羅的に検出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マージ (_merge_multiscale)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面積降順でソート → 各輪郭について IoU &gt; 0.35 の重複を除去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大きいものから優先的に保持 → 小さい重複候補は削除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大型コンポーネント分割 (_split_large_components)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connectedComponentsWithStats で個別コンポーネントを確認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area &gt; leaf_max_area (30000px) の大型blob → watershed で分割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→ 重なり合った葉の群体を個別葉に分解してカウント可能に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フィルタリング (_filter_contours)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葉: area 350-30000, aspect 1.0-12.0, solidity &gt;= 0.58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実: area 250-18000, aspect 0.45-2.4, solidity &gt;= 0.72, circularity &gt;= 0.50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実: ellipse_axis_ratio &lt;= 3.5 (細長い葉片の除外)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実: internal_texture (gray std) &lt;= 40.0 (滑らかさ検証)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信頼度 = base_w * shape_score + color_consistency * 0.25 + edge_density * edge_weight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ぼけオブジェクトの edge_weight を自動縮小 (0.25 - obj_blur * 0.15)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オブジェクト追跡とヘルストレンド分析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_CentroidTracker (重心ベース追跡)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D[i,j] = 重心間のユークリッド距離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距離行列をグリーディにソート → D &gt; 80px で未マッチは新規登録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max_age=30 フレーム未検出で削除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track_id → bounding box (x,y,w,h) とヒストリー (重心リスト) を管理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analyze_health_trend (ヘルストレンド)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重複観測の削除: (date, source, leaf_count, fruit_count, green_coverage) でユニーク化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低品質除外: green_coverage &lt; 10.0% の観測をスキップ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時系列スロープ: _linear_slope_per_day (最小二乗法, 24hあたりの変化量)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実追跡: 位置 (center_x, center_y) で跨日マッチング (match_radius=60px)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ripeness = ripe_signal + dark_signal の合計比率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dehydration = wrinkle_contribution * 0.6 + shrink_contribution * 0.4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ヘルス判定ロジック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stable: 有意な変化なし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maturing: ripeningフラグが追跡実の半数以上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declining: wrinkling or dehydration が追跡実の半数以上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mixed: フラグがあるが一方的でない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insufficient: 追跡実が0個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config/runtime.yaml - 主要パラメータ仕様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runtime セクション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max_width: 1280 — 入力画像のリサイズ上限 (アスペクト比保持)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jpeg_quality: 90 — アノテーションJPEG保存品質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camera_warmup_frames: 8 — カメラ起動時のスキップフレーム数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detection セクション (葉)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leaf_hue: [30, 95] — HSV Hue帯 (緑色範囲)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leaf_saturation_min: 35 / leaf_value_min: 25 — 彩度・明度下限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leaf_min_area: 350 / leaf_max_area: 30000 — 面積フィルタ (px)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leaf_min_aspect: 1.0 / leaf_max_aspect: 12.0 — アスペクト比フィルタ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leaf_min_solidity: 0.58 — 凸包充填率の下限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excess_green_min: 12 — ExG植被指数の閾値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detection セクション (実)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fruit_hue_yellow: [18, 45] / fruit_hue_ripe: [105, 179]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fruit_saturation_min: 55 / fruit_value_min: 65 / fruit_lab_b_min: 145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fruit_min_area: 250 / fruit_max_area: 18000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fruit_min_circularity: 0.50 / fruit_min_solidity: 0.72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fruit_max_ellipse_ratio: 3.5 — 細長 blob の除外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fruit_max_internal_std: 40.0 — 内部テクスチャ (滑らかさ) の上限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fruit_no_circle_min_area: 1400 — Hough円なしでもrescueする最小面積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シワ/検出モード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wrinkle_ridge_weight: 3.0 / wrinkle_texture_base: 18.0 / scale: 80.0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wrinkle_smooth_max: 0.25 / slightly: 0.45 / wrinkled: 0.70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detect_mode: multi_signal (kmeans|grabcut|bg_removal|edge_flood|adaptive)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multiscale_scales: [0.75, 1.0, 1.3]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watershed_mindist: 20 — 実分離の最小距離 (px)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olivevision.py - CLI/GUI 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CLIコマンド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analyze: 画像/動画を解析 → アノテーション + JSON + SQLite保存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capture: カメラ1枚撮影 → 解析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monitor: 指定間隔で繰り返し撮影・解析 (Ctrl+Cで停止)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status: SQLite の直近観測を表示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export: SQLite → CSV エクスポート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trend: ヘルストレンド分析レポート表示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video: 動画ファイルのフレーム解析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gui: Tkinter GUI 起動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GUI 特徴 (Tkinter ダークテーマ)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Catppuccin Mocha カラーパレット (BG=#1e1e2e, ACCENT=#a6e3a1)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ツールバー: Open Image / Capture / Open Video / History / Trend / Settings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タブ: Log / History / Hue Histogram / Timeline / Why? / Diagnostics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パラメータスライダー: 葉Hue Min/Max, Sat/Val Min, 実Hue Min/Max 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検出モード選択: multi_signal / kmeans / grabcut / adaptive 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マスク表示トグル: Leaf / Fruit / FG マスクのオーバーレイ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統計カード: LEAVES / FRUITS / GREEN% を大文字で表示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GUI検出結果パネルの表示フィールド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leaf_count, fruit_count, green_coverage, fruit_cover_pct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leaf_color_stage, leaf_senescence, leaf_avg_hue, leaf_confidence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fruit_maturity, fruit_maturity_breakdown, wrinkled_fruit_count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fruit_wrinkle_summary, fruit_avg_hue, fruit_avg_area, fruit_confidence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leaf_roughness — 各フィールドは検出結果JSONから自動マッピング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tests/test_runtime.py - オフラインテスト (7テスト)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テスト一覧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test_analysis_persists_result_and_export: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黒画像に緑矩形を描画 → 解析 → green_coverage &gt; 0, CSVエクスポート検証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test_colour_and_shape_filters_reject_non_olive_regions: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茶色土壌 (BGR 35,80,130) + 肌色 (BGR 80,135,185) → 葉0, 実0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test_result_includes_maturity_breakdown_and_cover: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緑実 + 黄緑実 → fruit_maturity_breakdown 合計 == fruit_count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各fruit_object に maturity, hue, ellipse_axis_ratio, wrinkle_* が存在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test_watershed_splits_touching_fruits: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半径22の2円 (接触) → &gt;= 2個に分割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test_health_trend_tracks_fruits_and_detects_changes: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3日間のシーケンス → fruit #536 に ripening + wrinkling + deteriorating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重複観測 collapsed → unique=3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test_gt_6497_fruit_detection_recall (回帰ガード):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→ IMG_6497.jpg + GT JSON → recall=1.0, precision=1.0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出力仕様 (observation JSON)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トップレベルフィールド (最近の実行結果より)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observed_at: ISO8601タイムスタンプ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leaf_count / fruit_count / green_coverage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leaf_color_stage (healthy_green/dark_green/yellow_green/yellow/brown/dead_brown)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leaf_senescence: 0-100の枯れ具合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fruit_maturity (green/yellow_green/purple/black/transitioning)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fruit_maturity_breakdown: {purple: 1} 等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wrinkled_fruit_count / fruit_wrinkle_summary: {smooth: n, slightly_wrinkled: n, ...}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blur_score (Laplacian分散) / blur_level (0-1正規化値)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leaf_curl_index / curled_leaf_pct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個別オブジェクト情報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leaf_objects[]: confidence, area, aspect, solidity, ellipse_axis_ratio,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num_defects, mean_defect_depth, curl_score, curl_label,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color_consistency, edge_density, blur_level, center_x/y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fruit_objects[]: confidence, area, aspect, solidity, circularity,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ellipse_axis_ratio, hue, saturation, lab_b, maturity,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wrinkle_score, wrinkle_label, wrinkle_reliable, ridge_density,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  detect_evidence[], signal_ratios{}, edge_touch, low_signal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2E7D32"/>
                </a:solidFill>
              </a:defRPr>
            </a:pPr>
            <a:r>
              <a:t>パイプライン診断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pipeline_diagnostics.leaves: candidates=57, accepted=2, rejected_by={area:52, aspect:3}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pipeline_diagnostics.fruits: candidates=3, accepted=1, rejected_by={circularity:2}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pipeline_diagnostics.signals: 各色帯の画素数と割合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signal_thresholds: {yellow_green:0.35, ripe:0.25, dark:0.25, hough_circle:0.20}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DBDBD"/>
                </a:solidFill>
              </a:defRPr>
            </a:pPr>
            <a:r>
              <a:t>src/runtime.py (2,200行) が検出エンジンのほぼ全容を担い、</a:t>
            </a:r>
            <a:br/>
            <a:r>
              <a:t>マルチカラースペース融合、Hough円検出、シワ/巻き込みスコアリング、</a:t>
            </a:r>
            <a:br/>
            <a:r>
              <a:t>アダプティブデブラ、マルチスケール検出を統合。</a:t>
            </a:r>
            <a:br/>
            <a:br/>
            <a:r>
              <a:t>config/runtime.yaml でパラメータを外部化し、</a:t>
            </a:r>
            <a:br/>
            <a:r>
              <a:t>tests/test_runtime.py で回帰ガードを確保。</a:t>
            </a:r>
            <a:br/>
            <a:br/>
            <a:r>
              <a:t>olivevision.py がCLI/GUIを提供し、</a:t>
            </a:r>
            <a:br/>
            <a:r>
              <a:t>Raspberry Pi上でもML依存なしで動作する軽量ランタイムを実現。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
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A6E3A1"/>
                </a:solidFill>
              </a:defRPr>
            </a:pPr>
            <a:r>
              <a:t>OliveVision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7F849C"/>
                </a:solidFill>
              </a:defRPr>
            </a:pPr>
            <a:r>
              <a:t>AI搭載 オリーブ樹長期モニタリングシステム</a:t>
            </a:r>
            <a:br/>
            <a:br/>
            <a:r>
              <a:t>スライド作成: 2026年8月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6E3A1"/>
                </a:solidFill>
              </a:defRPr>
            </a:pPr>
            <a:r>
              <a:t>目次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1.  プロジェクト概要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2.  システムアーキテクチャ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3.  ファイル構成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4.  OpenCV画像解析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5.  葉検出アルゴリズム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6.  実検出アルゴリズム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7.  色解析 (色空間)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8.  テクスチャ解析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9.  機械学習 (LightGBM)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10. 特徴量エンジニアリング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11. 予測パイプライン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12. 拡張機能 (GUI / モニタリング)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13. 技術スタック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14. 今後の展望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6E3A1"/>
                </a:solidFill>
              </a:defRPr>
            </a:pPr>
            <a:r>
              <a:t>プロジェクト概要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OliveVision AIは、オリーブ樹の長期観測を目的としたAI画像解析システムです。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定点カメラやスマートフォンなどで1時間ごとに撮影された画像・動画を入力すると：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オリーブの葉・実・枝・樹冠を自動認識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色・形状・大きさ・成長速度・枯葉率・熟成度などの特徴量を抽出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時系列データをLightGBMへ入力し、数日後〜数週間後の状態変化を予測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農業DX・スマート農業・植物フェノタイピング・研究用途を想定。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6E3A1"/>
                </a:solidFill>
              </a:defRPr>
            </a:pPr>
            <a:r>
              <a:t>システムアーキテクチャ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全体フロー：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カメラ/画像 → OpenCV解析 → 葉・実検出 → 特徴量抽出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→ SQLite/CSV保存 → LightGBM学習 → 未来予測 → ダッシュボード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本番運用（olivevision.py）では環境データ・学習済みモデル・ネットワーク不要で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Raspberry Pi 4/5 上で軽量に動作します。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6E3A1"/>
                </a:solidFill>
              </a:defRPr>
            </a:pPr>
            <a:r>
              <a:t>ファイル構成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279698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ファイル/ディレクトリ</a:t>
                      </a:r>
                    </a:p>
                  </a:txBody>
                  <a:tcPr>
                    <a:solidFill>
                      <a:srgbClr val="1A3C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説明</a:t>
                      </a:r>
                    </a:p>
                  </a:txBody>
                  <a:tcPr>
                    <a:solidFill>
                      <a:srgbClr val="1A3C27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olivevision.py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本番CLI / GUI（Raspberry Pi向け軽量版）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analyze.py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画像・動画の解析メインスクリプト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train.py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LightGBMモデルのトレーニング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predict.py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将来予測スクリプト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src/preprocessing.py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画像前処理（ノイズ除去、白平衡、ガンマ補正）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src/detection.py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葉・実の検出（ObjectDetector）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src/color_analysis.py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複数色空間での色解析（ColorAnalyzer）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src/feature_extraction.py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時系列特徴量抽出（FeatureExtractor）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src/video_processor.py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動画処理・フレーム解析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src/background_removal.py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背景除去（5手法自動選択）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src/advanced_detection.py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マルチスケール検出・HSV最適化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src/texture_analysis.py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GLCM / LBP テクスチャ解析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src/optical_flow_analysis.py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オプティカルフロー成長計測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src/runtime.py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Raspberry Pi用ランタイム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src/cli_ui.py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CLI用UI（ANSIカラーパレット）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27971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config/config.yaml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検出・MLパラメータ設定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6E3A1"/>
                </a:solidFill>
              </a:defRPr>
            </a:pPr>
            <a:r>
              <a:t>OpenCV画像解析（概要）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本システムではOpenCVを用いて以下を実行します：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葉検出（Leaf Detection）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実検出（Fruit Detection）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背景除去（Background Removal）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色抽出（Color Extraction）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形状解析（Shape Analysis）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オブジェクト追跡（Object Tracking）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時系列分析（Time Series Analysis）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Raspberry Piなどの低性能デバイスでも高速に動作します。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6E3A1"/>
                </a:solidFill>
              </a:defRPr>
            </a:pPr>
            <a:r>
              <a:t>前処理パイプライン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1. Gaussian Blur → 細かなノイズを除去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2. CLAHE → 局所コントラスト改善（曇り・逆光対策）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3. White Balance → 時間帯による色変化を軽減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4. Gamma Correction → 暗い画像でも色判定精度を維持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これらの前処理により、照明条件の変化に対して頑健になります。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6E3A1"/>
                </a:solidFill>
              </a:defRPr>
            </a:pPr>
            <a:r>
              <a:t>葉検出アルゴリズム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検出フロー：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入力画像 → HSV変換 → Green Mask → 形態学処理 → 輪郭解析 → 葉候補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HSV範囲（例）: Hue 35〜95, Saturation 30〜255, Value 30〜255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※固定値ではなく画像から自動最適化します。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使用する特徴量：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面積、周囲長、円形度 (4πA/P²)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Solidity (面積/凸包面積)、アスペクト比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Hu Moments（回転・拡大縮小に頑健）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RGB・HSV・Lab色平均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マルチスケール検出: 0.8x, 1.0x, 1.2x で並列検出 → 統合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検出精度: v0.1.0 82% → v0.2.0 91%（+9%）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6E3A1"/>
                </a:solidFill>
              </a:defRPr>
            </a:pPr>
            <a:r>
              <a:t>実検出アルゴリズム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検出フロー：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入力画像 → HSV → Fruit Color Mask → 形態学処理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→ 円候補検出 → 輪郭解析 → 実検出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抽出する特徴：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面積、半径、直径、アスペクト比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円形度 (&gt;0.7で円形判定)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平均色、テクスチャ、光沢度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推定体積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成熟度ステージ（色ベース）：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Stage1: 明るい緑 → Stage2: 暗い緑 → Stage3: 黄緑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→ Stage4: 紫 → Stage5: 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6E3A1"/>
                </a:solidFill>
              </a:defRPr>
            </a:pPr>
            <a:r>
              <a:t>色解析 - 複数色空間の活用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RGBのみでは照明条件で値が変動するため、複数色空間を利用します：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RGB → Mean R/G/B（基本情報）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HSV → Mean Hue/Saturation/Value（特にHueが重要）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Lab → 色差ΔEで日ごとの変化量を定量化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YCrCb → 輝度に頑健な色判定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Hueによる葉色判定の例：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H=45: 濃い緑  |  H=60: 健康  |  H=75: 若葉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H=25: 黄化    |  H=15: 枯れ始め  |  H&lt;10: 褐変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色差 ΔE = √((L1-L2)² + (a1-a2)² + (b1-b2)²)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→ 黄化・褐変・熟成・劣化の検出に利用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6E3A1"/>
                </a:solidFill>
              </a:defRPr>
            </a:pPr>
            <a:r>
              <a:t>テクスチャ解析（v0.2.0新機能）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GLCM（Gray Level Co-occurrence Matrix）: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対比度（Contrast）: エッジの多さ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相関性（Correlation）: 統計的関連性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均質性（Homogeneity）: 滑らかさ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エネルギー（Energy）: 一様性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LBP（Local Binary Pattern）: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エネルギー、エントロピー、均一性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追加指標: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表面粗さ（Surface Roughness）: 葉の滑らかさスコア (0-1)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光沢度（Shine）: 実の反射具合スコア (0-1)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表面欠陥検出（Defect Detection）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6E3A1"/>
                </a:solidFill>
              </a:defRPr>
            </a:pPr>
            <a:r>
              <a:t>背景除去（5手法自動選択）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1. HSV範囲フィルタリング → 背景色の判定と除去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2. GrabCut → 正確な前景/背景分離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3. Cannyエッジ検出 → エッジベースの除去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4. K-meansクラスタリング → 複数色の環境対応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5. 適応的自動選択 → 画像の特性に応じて最適手法を自動選択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効果：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ノイズ削減率: 20-30%向上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葉検出精度: 5-10%向上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6E3A1"/>
                </a:solidFill>
              </a:defRPr>
            </a:pPr>
            <a:r>
              <a:t>機械学習 - LightGBM採用の理由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深層学習ではなくLightGBMを採用した理由：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学習速度が非常に速い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少量データでも高精度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特徴量の重要度を確認できる（解釈可能性）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欠損値に強い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過学習しにくい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Raspberry Piでも推論可能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時系列特徴量との相性が良い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学習フロー：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OpenCV → 特徴量抽出 → CSV/SQLite保存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→ 特徴量生成 → LightGBM学習 → 予測モデル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6E3A1"/>
                </a:solidFill>
              </a:defRPr>
            </a:pPr>
            <a:r>
              <a:t>特徴量エンジニアリング（100種以上）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基本情報: 撮影日時、曜日、月、季節、撮影時刻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葉情報: 葉数、平均面積、最大/最小面積、平均Hue/Saturation/Brightness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枯葉率、黄葉率、葉密度、重心、形状特徴量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実情報: 実数、平均/最大/最小直径、平均色、成熟率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紫色/黒色/緑色割合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樹木全体: 樹冠面積、被覆率、樹勢スコア、総葉面積、総実面積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テクスチャ: GLCM特徴、LBP特徴、表面粗さ、光沢度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動き: オプティカルフロー指標、領域拡大率、特徴点速度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気象(任意): 気温、湿度、日照、降水量、土壌水分、CO2濃度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6E3A1"/>
                </a:solidFill>
              </a:defRPr>
            </a:pPr>
            <a:r>
              <a:t>時系列特徴量（ラグ・移動平均・差分）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ラグ特徴量: 過去の状態を特徴量として利用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現在 → 1時間前 → 6時間前 → 24時間前 → 72時間前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→ 「昨日から葉色が徐々に黄色くなっている」を学習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移動平均: 短期〜長期の傾向を学習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3時間平均, 6時間平均, 12時間平均, 24時間平均, 7日平均, 30日平均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差分特徴量: 変化量を特徴に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現在Hue - 1日前Hue = 色変化量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葉数差分、実数差分、成長量、枯葉率変化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6E3A1"/>
                </a:solidFill>
              </a:defRPr>
            </a:pPr>
            <a:r>
              <a:t>教師データ（ターゲット設定）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回帰問題: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- 3日後の平均Hue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- 7日後の実色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- 5日後の葉数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- 7日後の枯葉率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- 10日後の樹勢スコア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分類問題: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黄変するか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枯れるか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実が成熟するか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生理落下が起こるか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異常発生するか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6E3A1"/>
                </a:solidFill>
              </a:defRPr>
            </a:pPr>
            <a:r>
              <a:t>予測パイプライン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入力例: 現在 平均Hue=56, 枯葉率=3%, 葉数=1050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↓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AI予測: 3日後 平均Hue=52, 枯葉率=5%, 葉数=1015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予測対象：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- 3日後 / 7日後 / 14日後 / 30日後の状態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色変化（Green → Dark Green → Yellow Green → Purple → Black）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成長速度の低下検出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異常検知（急激な黄化、葉の大量落下、成長停止など）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解釈テキスト生成例：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「現在の葉色は健康状態です。3日以内に黄変率が約4%増加する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 可能性があります。成長速度は平均より12%低下しています。」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6E3A1"/>
                </a:solidFill>
              </a:defRPr>
            </a:pPr>
            <a:r>
              <a:t>モデル評価・改善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評価指標: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回帰: RMSE, MAE, MSE, R² Score, MAPE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分類: Accuracy, Precision, Recall, F1 Score, ROC-AUC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特徴量重要度の活用: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順位1: 平均Hue (1245) → 順位2: 土壌水分 (1102)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→ オリーブの成長に最も影響する要因を分析可能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定期再学習: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毎日 新データ追加 → モデル再学習 → 精度向上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将来的なモデル拡張: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CatBoost, XGBoost, Random Forest, LSTM, GRU,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Temporal Fusion Transformer (TFT), Transformer, TabNet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6E3A1"/>
                </a:solidFill>
              </a:defRPr>
            </a:pPr>
            <a:r>
              <a:t>オプティカルフロー分析（v0.2.0）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Lucas-Kanadeフロー計算: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フレーム間の画素の動きを追跡し成長速度を定量化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メトリクス：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平均フロー大きさ（Average Flow Magnitude）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フロー方向（X, Y成分）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領域拡大率（Divergence）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オブジェクト追跡: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特徴点の自動検出・追跡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追跡ID管理、速度・加速度計算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異常値検出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用途: 葉の成長速度測定、実の膨張率計測、生理的異常の早期発見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6E3A1"/>
                </a:solidFill>
              </a:defRPr>
            </a:pPr>
            <a:r>
              <a:t>GUI（OliveVision - Raspberry Pi向け）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Tkinterで実装されたダークテーマGUI：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ツールバー: 画像オープン / キャプチャ / 動画 / 履歴 / トレンド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タブ: Log / History / Hue Histogram / Timeline / Why? / Diagnostics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パラメータパネル: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  葉Hue Min/Max, Saturation/Value Min, 最小面積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  実Hue Min/Max, Saturation Min, 最小面積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  Detect Mode: multi_signal / kmeans / grabcut / adaptive など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結果パネル: Leaves / Fruits / Green% の統計カード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            + 検出詳細・解釈テキスト・パイプライン診断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6E3A1"/>
                </a:solidFill>
              </a:defRPr>
            </a:pPr>
            <a:r>
              <a:t>長期モニタリング機能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定点カメラ運用（olivevision.py monitor）: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指定間隔で自動撮影・解析・データベース保存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複数回の観測データをSQLiteに蓄積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健康トレンド分析: fruit_count_per_day, green_per_day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実の追跡: 色変化・シワ・収縮率を個別にフォロー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Health判定: STABLE / MATURING / DECLINING / MIXED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出力機能: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アノテーション画像（outputs/）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JSON解析結果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CSVエクスポート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- ローカルSQLite履歴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通知予定: Discord / LINE / Slack / E-mail / Webhook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6E3A1"/>
                </a:solidFill>
              </a:defRPr>
            </a:pPr>
            <a:r>
              <a:t>技術スタック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316992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技術</a:t>
                      </a:r>
                    </a:p>
                  </a:txBody>
                  <a:tcPr>
                    <a:solidFill>
                      <a:srgbClr val="1A3C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1A3C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ステータス</a:t>
                      </a:r>
                    </a:p>
                  </a:txBody>
                  <a:tcPr>
                    <a:solidFill>
                      <a:srgbClr val="1A3C27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OpenCV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画像前処理・検出・追跡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実装済み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NumPy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数値計算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実装済み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Pandas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時系列データ処理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実装済み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LightGBM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機械学習（将来予測）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実装済み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scikit-learn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評価指標・前処理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実装済み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scikit-image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テクスチャ解析（GLCM/LBP）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実装済み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SQLite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ローカルデータベース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実装済み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Matplotlib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グラフ可視化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実装済み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OpenPyXL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Excelエクスポート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実装済み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Tkinter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デスクトップGUI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実装済み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YOLO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オブジェクト検出（オプション）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計画中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Segment Anything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セグメンテーション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将来計画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TensorRT / OpenVINO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エッジ推論最適化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将来計画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Raspberry 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エッジデバイス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対応済み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6E3A1"/>
                </a:solidFill>
              </a:defRPr>
            </a:pPr>
            <a:r>
              <a:t>性能改善実績（v0.1.0 → v0.2.0）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A3C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v0.1.0</a:t>
                      </a:r>
                    </a:p>
                  </a:txBody>
                  <a:tcPr>
                    <a:solidFill>
                      <a:srgbClr val="1A3C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v0.2.0</a:t>
                      </a:r>
                    </a:p>
                  </a:txBody>
                  <a:tcPr>
                    <a:solidFill>
                      <a:srgbClr val="1A3C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改善率</a:t>
                      </a:r>
                    </a:p>
                  </a:txBody>
                  <a:tcPr>
                    <a:solidFill>
                      <a:srgbClr val="1A3C27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葉検出精度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82%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91%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+9%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実検出精度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+10%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誤検出率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-70%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処理速度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0.8 fps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2.5 fps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+212%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動画対応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新規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テクスチャ解析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新規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6E3A1"/>
                </a:solidFill>
              </a:defRPr>
            </a:pPr>
            <a:r>
              <a:t>使用方法（CLI）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セットアップ: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pip install -r requirements.txt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画像解析: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python analyze.py image.jpg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動画解析（1秒ごとフレーム抽出）: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python analyze.py video.mp4 --frame-interval 30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LightGBMモデル学習: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python train.py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将来予測（3/7/14/30日後）: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python predict.py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本番CLI（Raspberry Pi用）: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python olivevision.py analyze photo.jpg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python olivevision.py monitor --camera 0 --interval 3600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python olivevision.py gui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6E3A1"/>
                </a:solidFill>
              </a:defRPr>
            </a:pPr>
            <a:r>
              <a:t>今後の展望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Computer Vision: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YOLOv11/v12, SAM2, Detectron2, OpenVINO, TensorRT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AI/ML: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XGBoost, CatBoost, LSTM, GRU, TFT, Transformer, TabNet, AutoML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IoT/エッジ: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NVIDIA Jetson, ESP32, Arduino, LoRaWAN, LTE, 5G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センサー統合: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土壌水分・気温・湿度・日照・CO2・照度・土壌EC/pH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研究テーマ: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病害虫早期発見、水ストレス推定、収穫量予測、</a:t>
            </a:r>
          </a:p>
          <a:p>
            <a:pPr>
              <a:spcAft>
                <a:spcPts val="600"/>
              </a:spcAft>
              <a:defRPr sz="1800">
                <a:solidFill>
                  <a:srgbClr val="1E1E2E"/>
                </a:solidFill>
              </a:defRPr>
            </a:pPr>
            <a:r>
              <a:t>    剪定支援、自動灌水、気候変動解析、デジタルツイン農園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A6E3A1"/>
                </a:solidFill>
              </a:defRPr>
            </a:pPr>
            <a: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7F849C"/>
                </a:solidFill>
              </a:defRPr>
            </a:pPr>
            <a:r>
              <a:t>OliveVision AIは、OpenCV画像解析とLightGBM機械学習を統合し、</a:t>
            </a:r>
            <a:br/>
            <a:r>
              <a:t>「現在を観測するシステム」から「未来を予測するシステム」</a:t>
            </a:r>
            <a:br/>
            <a:r>
              <a:t>へ発展させるスマート農業AIプラットフォームです。</a:t>
            </a:r>
            <a:br/>
            <a:br/>
            <a:r>
              <a:t>GitHub: https://github.com/yourname/OliveVision-AI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
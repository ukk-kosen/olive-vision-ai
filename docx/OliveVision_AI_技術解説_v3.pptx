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CAF50"/>
                </a:solidFill>
              </a:defRPr>
            </a:pPr>
            <a:r>
              <a:t>OliveVision AI 技術解説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DBDBD"/>
                </a:solidFill>
              </a:defRPr>
            </a:pPr>
            <a:r>
              <a:t>AI搭載 オリーブ樹長期モニタリングシステム</a:t>
            </a:r>
            <a:br/>
            <a:r>
              <a:t>src/runtime.py (2,800行) のアーキテクチャと検出アルゴリズム</a:t>
            </a:r>
            <a:br/>
            <a:br/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7729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章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ページ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プロジェクト概要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最近作業ファイル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モジュール構成 (DEFAULTS, 5セクション)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Store クラス (SQLite)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ヘルパー関数群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analyze() パイプライン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葉マスク (6カラースペース融合)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実マスク (3色帯 + Hough円)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フィルタと信頼度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シワ/巻き込み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追跡とヘルストレンド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runtime.yaml / CLI/GUI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出力仕様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575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プロジェクト概要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システム目的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Raspberry Pi 4 上で常時動作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ML/クラウド依存なし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自動算出する指標: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葉数 / 実数 / 葉面被覆率 / 実面被覆率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葉色ステージ (6段階)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実熟度 (5段階)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シワ検出 (4段階)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葉巻き込み (4段階)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ぼけレベル (0-1)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QRコード木番号検出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ヘルストレンド (5段階)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依存関係 (本番):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numpy &gt;=1.23, &lt;3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opencv-python-headless &gt;=4.7, &lt;5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PyYAML &gt;=6, &lt;7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依存関係 (ML研究用):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lightgbm==4.1.0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pandas==2.2.2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scikit-learn==1.5.1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scikit-image==0.23.2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matplotlib==3.9.1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openpyxl==3.1.2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scipy==1.14.0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requirements.txt / requirements-ml.txt 参照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最近作業ファイル (2026/08/17)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7729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837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時刻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変更内容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tools/check_hough.py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12:27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シグナルエビデンス可視化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src/runtime.py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analysis/stress/trend追加, rescue拡充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config/runtime.yaml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12:19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curl/wrinkle/trend パラメータ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tools/check_cur.py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シワ/巻き込みデバッグ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tests/test_runtime.py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11:20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回帰テスト 7 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37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olivevision.py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GUI タブ追加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575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モジュール構成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DEFAULTS 辞書の5セクション (runtime.py:20-138)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runtime (3キー):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max_width=1280, jpeg_quality=90, camera_warmup_frames=8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detection (45+キー):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leaf_hue=[30,95], leaf_saturation_min=35, leaf_value_min=25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leaf_min_area=350, leaf_max_area=30000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fruit_hue_yellow=[18,45], fruit_hue_ripe=[105,179]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fruit_saturation_min=55, fruit_value_min=65, fruit_lab_b_min=145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fruit_min_area=250, fruit_max_area=18000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fruit_min_circularity=0.50, fruit_min_solidity=0.72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fruit_max_ellipse_ratio=3.5, fruit_max_internal_std=40.0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fruit_no_circle_min_area=1400, fruit_no_circle_min_circularity=0.65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multiscale_scales=[0.75,1.0,1.3], watershed_mindist=20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detect_mode=multi_signal, edge_refine=True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wrinkle (10キー):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ridge_weight=3.0, texture_base=18.0, texture_scale=80.0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smooth_max=0.25, slightly=0.45, wrinkled=0.70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erosion_scale=0.25, min_interior_pixels=60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curl (7キー):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weight_solidity=0.30, weight_defect=0.30, weight_elongation=0.40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defect_radius_scale=0.5, elongation_baseline=1.2, scale=4.0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thresholds: 0.10 / 0.25 / 0.50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analysis (10キー): hue_bands, size_buckets, drooping_angles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stress (7キー): weight_curl=0.5, weight_wrinkle=0.5, weights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trend (14キー): dehydration, flag, note thresholds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video (5キー): interval=10, max_frames=500, fps=5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runtime.yaml で上書き可能。yaml にないキーは DEFAULTS がそのまま使用される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Store クラス (runtime.py:213-344)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テーブルスキーマ: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id INTEGER PRIMARY KEY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observed_at TEXT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source TEXT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image_path TEXT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leaf_count INTEGER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fruit_count INTEGER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green_coverage REAL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image_width INTEGER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image_height INTEGER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result_json TEXT NOT NULL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tree_id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メソッド: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__init__(): DB + テーブル自動生成 + tree_id マイグレーション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add(): _sanitize_for_json -&gt; INSERT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recent(): 直近 N 件を降順取得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recent_by_tree(): tree_id でフィルタ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recent_by_source(): source プレフィックスでフィルタ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tree_ids(): DISTINCT tree_id リスト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export_csv(): CSV エクスポート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clear(): 全削除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_sanitize_for_json(): ndarray/list/int/float を安全に変換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ヘルパー関数群 (主要20関数)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ぼけ検出: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_estimate_blur(): Laplacian 分散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_local_sharpness_map(): 48x48ブロック Laplacian [0,1]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_is_mixed_focus(): 変動係数 &gt; 1.0 で判定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前処理: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_unsharp_mask(): sigma=2.0, amount=1.6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_adaptive_preprocess(): バイラテラル+CLAHE+ガウシアン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_deblur_adaptive(): sharp/blur 重み付けデブラ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_adaptive_canny(): Otsu 自動閾値 Canny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植被指数: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_compute_vegetation_index(): (2G-R-B)/(R+G+B+1)*128+128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_compute_cgi(): arctan2(G-R, G+R)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検出支援: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_compute_edge_density(): mask境界とエッジの重なり率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_compute_internal_texture(): mask内 gray std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_snap_contour_to_edges(): 輪郭をエッジに最大4px移動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_compute_shape_descriptors(): area/circularity/solidity/hu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シワ/巻き込み: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_compute_wrinkle_score(): Sobel→Otsu→4方向リッジ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_compute_leaf_curl_score(): solidity+defect+aspect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前景除去 (6方式):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_fg_mask_kmeans/grabcut/hsv_bgsub/edge_flood/adaptive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その他: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_watershed_split(): 距離変換 watershed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_hough_circles_fruit(): dp=1.2, param1=80, param2=40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_detect_qr_tree_id(): QR から第N試験樹を抽出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575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検出パイプライン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Analyzer.analyze() パイプライン (runtime.py:1662)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1:  _resize (max_width=1280)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2:  blur_raw = Laplacian分散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3:  blur_level = (180-blur_raw)/160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4:  sharp_map = _local_sharpness_map(block=48)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5:  uniform_blurry 判定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6:  _adaptive_preprocess (バイラテラル+CLAHE+ガウシアン)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7:  _deblur_adaptive (領域別デブラ)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8:  hsv, lab 変換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9:  fg_mask 生成 (detect_mode に応じて)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10: _build_leaf_mask (6カラースペース融合)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11: _split_large_components (大型blob分割)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12: multiscale 検出 (0.75x, 1.0x, 1.3x)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13: _merge_multiscale (IoU&gt;0.35 で重複除去)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14: _filter_contours (leaf)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15: 葉色分類 + 巻き込みスコア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16: _build_fruit_mask (3色帯+Hough円)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17: _watershed_split (接触実分離)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18: _filter_contours (fruit)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19: シグナル再生成 + detect_evidence 割り当て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20: アノテーション画像生成 (エッジスナップ付き)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Step 21: result 辞書構築 → 返却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処理時間: Raspberry Pi 4 で約 0.5-2.0 秒/画像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_build_leaf_mask 融合ロジック (runtime.py:1347)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77295" cy="53035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relax = max(0.0, (blur_level - 0.5) * 2.0)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sat_floor = int(max(25, leaf_saturation_min - relax * 25))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# HSV必須 + 4シグナルのうち N 個以上一致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required_signals = 2 if blur_level &lt; 0.75 else 1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signals = exg + cgi + lab + ycrcb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multi_signal = inRange(signals, required_signals, 255)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combined = HSV_mask AND (multi_signal OR vegetation_union)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# 後処理: Dilate→Open→Close→Scale-aware→暗画素抑制→前景→Edge→Hole 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6カラースペース: HSV(Hue 30-95) + ExG(&gt;=12) + CGI(&gt;=165) + LAB(a&lt;118) + YCrCb(Cr&lt;130)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_build_fruit_mask 検証フロー (runtime.py:1417)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77295" cy="53035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# 3色帯のOR統合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fruit = _clean(yellow_green | ripe | dark_ripe)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safe_leaf = leaf_mask AND NOT yellow_green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fruit = fruit AND NOT safe_leaf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# Hough 円検証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circles = _hough_circles_fruit(gray, dp=1.2, minDist=25, param1=80, param2=40)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if circles: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near_circle = fruit AND dilated_circles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if blur_level &lt; 0.5: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    # rescue: area[1400,4000], circ&gt;=0.65 OR solid&gt;=0.88, gstd&lt;=45.0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    fruit = near_circle OR self_evident_rescue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000">
                <a:solidFill>
                  <a:srgbClr val="A5D6A7"/>
                </a:solidFill>
                <a:latin typeface="Consolas"/>
              </a:defRPr>
            </a:pPr>
            <a:r>
              <a:t>        fruit = near_circle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rescue ロジック: Hough 円に検出されなかった blob を丸くて滑らかな形状で救済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シワスコアリング (runtime.py:755-848)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アルゴリズム: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1. erode(mask) でインテリアマスク生成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radius = sqrt(area/pi), ksize = 2*radius*0.25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2. Sobel 勾配マップ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gx = Sobel(gray, CV_32F, 1, 0, ksize=3)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gy = Sobel(gray, CV_32F, 0, 1, ksize=3)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mag = magnitude(gx, gy)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3. 閾値: max(otsu, mean*1.4, 20.0)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4. 4方向カーネル (1x7, 7x1, diag, fliplr)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thin = max(open|close for k in kernels)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5. density = thin_count / interior_count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6. texture = std(gray[interior])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7. score = min(1.0, density*3.0 + max(0,texture-18.0)/80.0)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ディスカウント: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interior_fraction &lt; 0.30 → discount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area &lt; 350 → aggressive discount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unreliable=True → score *= discount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ラベルリング: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&lt; 0.25 → smooth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0.25-0.45 → slightly_wrinkled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0.45-0.70 → wrinkled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&gt;= 0.70 → heavily_wrinkled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信頼性: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unreliable=True は health verdict で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信頼性が下がる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config: wrinkle_ridge_weight=3.0, texture_base=18.0, texture_scale=80.0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葉巻き込みスコア (runtime.py:1003-1028)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3つの形状ヒントから 0-1 スコアを算出: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solidity_gap = 1.0 - solidity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(0=凸, 1=非常に凹む)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defect_ratio = min(1.0, defect_depth / radius * 0.5)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(convexity defect 深度 / 葉半径)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elongation = min(1.0, max(0, aspect-1.2) / 4.0)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(アスペクト比が高い=巻き込み)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score = 0.30*gap + 0.30*defect + 0.40*elongation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ラベルリング: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&lt; 0.10 → flat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0.10-0.25 → slight_curl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0.25-0.50 → curled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&gt;= 0.50 → heavily_curled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出力例: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leaf_curl_index: 0.203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curled_leaf_pct: 0.0%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config で全パラメータを調整可能: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curl_weight_solidity=0.30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curl_weight_defect=0.30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curl_weight_elongation=0.40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フィルタと信頼度 (_filter_contours)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葉フィルタ条件: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area: 350-30000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aspect: 1.0-12.0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solidity &gt;= 0.58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実フィルタ条件: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area: 250-18000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aspect: 0.45-2.4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solidity &gt;= 0.72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circularity &gt;= 0.50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ellipse_axis_ratio &lt;= 3.5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internal_texture &lt;= 40.0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信頼度算出: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circ_s = min(1.0, circularity/0.8)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sol_s = min(1.0, solidity/0.9)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葉: base = circ_s*0.25 + sol_s*0.35 + ar_s*0.25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実: base = circ_s*0.35 + sol_s*0.35 + ar_s*0.15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conf = base*base_w + color*0.25 + edge*ew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葉: base_w = 0.50 + obj_blur*0.10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実: base_w = 0.45 + obj_blur*0.10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ew = max(0, 0.25 - obj_blur*0.15)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ローカルぼけ推定: band_w = max(15, min(45, 2*sqrt(area/pi))) のバンドから peak を取得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ヘルストレンド分析 (runtime.py:378-608)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前処理: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green_coverage &lt; 10% を除外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重複観測の削除 (date+source+counts+coverage)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時系列スロープ: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xs = 時間(hour), ys = 値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slope = (n*sum(xy)-sum(x)*sum(y)) / (n*sum(x^2)-sum(x)^2) * 24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実追跡 (match_radius=60px):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d_rip = rip_last - rip_first (threshold=0.15)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d_wrk = wrk_last - wrk_first (threshold=0.2)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dehydration = wrk*0.6 + shrink*0.4 (threshold=0.30)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ヘルス判定: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insufficient: 追跡実が 0 個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declining: wrinkling &gt;= n/2 OR dehydrating &gt;= n/2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maturing: ripening &gt;= n/2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mixed: フラグがあるが一方的でない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stable: フラグなし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ノート生成: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ripeness 上昇/低下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wrinkling 増加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green 減少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fruit_count 減少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leaf_count 減少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dropout 検出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config/trend セクションで全閾値を調整可能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config/runtime.yaml パラメータ (132行)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runtime (3キー):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max_width, jpeg_quality, camera_warmup_frames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detection (45+キー):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leaf_hue=[30,95], leaf_saturation_min=35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fruit_hue_yellow=[18,45], fruit_hue_ripe=[105,179]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fruit_min_circularity=0.50, fruit_min_solidity=0.72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detect_mode=multi_signal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wrinkle_ridge_weight=3.0, texture_base=18.0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curl_weight_solidity=0.30, curl_weight_defect=0.30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analysis (10キー):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leaf_hue_green_low=35, green_high=85, yellow_high=95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leaf_size_small_max=2000, medium_max=6000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drooping_angle_low=45, high=135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stress (7キー):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weight_curl=0.5, weight_wrinkle=0.5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green_coverage_max=50.0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curl_saturation=3.0, wrinkle_saturation=2.0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weight_green=0.30, weight_health_curl=0.25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weight_health_wrinkle=0.25, weight_saturation=0.20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trend (14キー):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min_green_coverage=10.0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dehydration_wrinkle_scale=0.5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flag_ripeness_threshold=0.15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note_green_decline=-2.0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video (5キー):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frame_interval=10, max_frames=500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output_fps=5, track_max_age=30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出力仕様 (leaf_objects / fruit_objects)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leaf_objects[]: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confidence, area, aspect, solidity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ellipse_axis_ratio, num_defects, mean_defect_depth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curl_score, curl_label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color_consistency, edge_density, blur_level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center_x, center_y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fruit_objects[]: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confidence, area, circularity, solidity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ellipse_axis_ratio, hue, saturation, lab_b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maturity, wrinkle_score, wrinkle_label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wrinkle_reliable, ridge_density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detect_evidence, signal_ratios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edge_touch, low_signal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center_x, center_y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pipeline_diagnostics: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leaves: {candidates, accepted, rejected_by}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fruits: {candidates, accepted, rejected_by}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signals: {yellow_green_mask, ripe_mask,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         dark_mask, hough_circle_mask}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accepted_fruit_mask_pct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fruit_thresholds: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min_area, max_area, min_aspect, max_aspect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min_solidity, min_circularity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max_ellipse_ratio, max_internal_std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signal_thresholds: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yellow_green=0.35, ripe=0.25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dark=0.25, hough_circle=0.20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テスト (tests/test_runtime.py - 7件)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1. test_analysis_persists_result_and_export: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黒画像に緑矩形 → 解析 → DB 保存, CSV エクスポート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2. test_colour_and_shape_filters_reject_non_olive_regions: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茶色土壌 + 肌色 → 検出なし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3. test_result_includes_maturity_breakdown_and_cover: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緑実 + 黄緑実 → 熟度分析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4. test_watershed_splits_touching_fruits: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2つの接触する円 → &gt;= 2 個に分割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5. test_health_trend_tracks_fruits_and_detects_changes: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3日間シーケンス → ヘルストレンド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ripening, wrinkling, deteriorating フラグ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6. test_gt_6497_fruit_detection_recall: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 IMG_6497.jpg + GT JSON → recall=1.0, precision=1.0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テスト環境: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ML 依存なし (numpy + opencv のみ)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PiCamera2 不要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</a:defRPr>
            </a:pPr>
            <a:r>
              <a:t>  - OpenCV headless で実行可能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CAF50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DBDBD"/>
                </a:solidFill>
              </a:defRPr>
            </a:pPr>
            <a:r>
              <a:t>src/runtime.py (2,800行) が検出エンジンの全容を担い、</a:t>
            </a:r>
            <a:br/>
            <a:r>
              <a:t>マルチカラースペース融合、Hough円検出、シワ/巻き込みスコアリング、</a:t>
            </a:r>
            <a:br/>
            <a:r>
              <a:t>アダプティブデブラ、マルチスケール検出、ヘルストレンド分析を統合。</a:t>
            </a:r>
            <a:br/>
            <a:br/>
            <a:r>
              <a:t>config/runtime.yaml でパラメータを外部化し、</a:t>
            </a:r>
            <a:br/>
            <a:r>
              <a:t>tests/test_runtime.py で回帰ガードを確保。</a:t>
            </a:r>
            <a:br/>
            <a:br/>
            <a:r>
              <a:t>Raspberry Pi 上でもML依存なしで動作する軽量ランタイムを実現。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